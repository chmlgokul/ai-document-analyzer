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AI DOCUMENT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A Flask-Based Document Processing and Analysis Web Application</a:t>
            </a:r>
          </a:p>
          <a:p>
            <a:pPr>
              <a:spcAft>
                <a:spcPts val="800"/>
              </a:spcAft>
              <a:defRPr sz="2300"/>
            </a:pPr>
          </a:p>
          <a:p>
            <a:pPr>
              <a:spcAft>
                <a:spcPts val="800"/>
              </a:spcAft>
              <a:defRPr sz="2300"/>
            </a:pPr>
            <a:r>
              <a:t>Presented by: Gokulakkannan</a:t>
            </a:r>
          </a:p>
          <a:p>
            <a:pPr>
              <a:spcAft>
                <a:spcPts val="800"/>
              </a:spcAft>
              <a:defRPr sz="2300"/>
            </a:pPr>
            <a:r>
              <a:t>Project Type: Data Science / Artificial Intelligence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Web-based document processing and analysis application</a:t>
            </a:r>
          </a:p>
          <a:p>
            <a:pPr>
              <a:spcAft>
                <a:spcPts val="800"/>
              </a:spcAft>
              <a:defRPr sz="2000"/>
            </a:pPr>
            <a:r>
              <a:t>• Built using Python and Flask</a:t>
            </a:r>
          </a:p>
          <a:p>
            <a:pPr>
              <a:spcAft>
                <a:spcPts val="800"/>
              </a:spcAft>
              <a:defRPr sz="2000"/>
            </a:pPr>
            <a:r>
              <a:t>• Supports PDF, DOCX, TXT, JPG, JPEG and PNG</a:t>
            </a:r>
          </a:p>
          <a:p>
            <a:pPr>
              <a:spcAft>
                <a:spcPts val="800"/>
              </a:spcAft>
              <a:defRPr sz="2000"/>
            </a:pPr>
            <a:r>
              <a:t>• Extracts text and performs automated analysis</a:t>
            </a:r>
          </a:p>
          <a:p>
            <a:pPr>
              <a:spcAft>
                <a:spcPts val="800"/>
              </a:spcAft>
              <a:defRPr sz="2000"/>
            </a:pPr>
            <a:r>
              <a:t>• Provides user authentication and document management</a:t>
            </a:r>
          </a:p>
          <a:p>
            <a:pPr>
              <a:spcAft>
                <a:spcPts val="800"/>
              </a:spcAft>
              <a:defRPr sz="2000"/>
            </a:pPr>
            <a:r>
              <a:t>• Supports TXT and PDF analysis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Manual document reading and analysis can be time-consuming</a:t>
            </a:r>
          </a:p>
          <a:p>
            <a:pPr>
              <a:spcAft>
                <a:spcPts val="800"/>
              </a:spcAft>
              <a:defRPr sz="2000"/>
            </a:pPr>
            <a:r>
              <a:t>• Different file formats require different processing methods</a:t>
            </a:r>
          </a:p>
          <a:p>
            <a:pPr>
              <a:spcAft>
                <a:spcPts val="800"/>
              </a:spcAft>
              <a:defRPr sz="2000"/>
            </a:pPr>
            <a:r>
              <a:t>• Image documents require OCR to access their text</a:t>
            </a:r>
          </a:p>
          <a:p>
            <a:pPr>
              <a:spcAft>
                <a:spcPts val="800"/>
              </a:spcAft>
              <a:defRPr sz="2000"/>
            </a:pPr>
            <a:r>
              <a:t>• Important information and keywords may be difficult to identify manually</a:t>
            </a:r>
          </a:p>
          <a:p>
            <a:pPr>
              <a:spcAft>
                <a:spcPts val="800"/>
              </a:spcAft>
              <a:defRPr sz="2000"/>
            </a:pPr>
            <a:r>
              <a:t>• A unified platform is needed for document processing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Develop a Flask-based document analysis application</a:t>
            </a:r>
          </a:p>
          <a:p>
            <a:pPr>
              <a:spcAft>
                <a:spcPts val="800"/>
              </a:spcAft>
              <a:defRPr sz="2000"/>
            </a:pPr>
            <a:r>
              <a:t>• Provide user registration and login</a:t>
            </a:r>
          </a:p>
          <a:p>
            <a:pPr>
              <a:spcAft>
                <a:spcPts val="800"/>
              </a:spcAft>
              <a:defRPr sz="2000"/>
            </a:pPr>
            <a:r>
              <a:t>• Support multiple document formats</a:t>
            </a:r>
          </a:p>
          <a:p>
            <a:pPr>
              <a:spcAft>
                <a:spcPts val="800"/>
              </a:spcAft>
              <a:defRPr sz="2000"/>
            </a:pPr>
            <a:r>
              <a:t>• Extract text automatically</a:t>
            </a:r>
          </a:p>
          <a:p>
            <a:pPr>
              <a:spcAft>
                <a:spcPts val="800"/>
              </a:spcAft>
              <a:defRPr sz="2000"/>
            </a:pPr>
            <a:r>
              <a:t>• Perform image OCR using Tesseract</a:t>
            </a:r>
          </a:p>
          <a:p>
            <a:pPr>
              <a:spcAft>
                <a:spcPts val="800"/>
              </a:spcAft>
              <a:defRPr sz="2000"/>
            </a:pPr>
            <a:r>
              <a:t>• Extract keywords and structured information</a:t>
            </a:r>
          </a:p>
          <a:p>
            <a:pPr>
              <a:spcAft>
                <a:spcPts val="800"/>
              </a:spcAft>
              <a:defRPr sz="2000"/>
            </a:pPr>
            <a:r>
              <a:t>• Generate summaries</a:t>
            </a:r>
          </a:p>
          <a:p>
            <a:pPr>
              <a:spcAft>
                <a:spcPts val="800"/>
              </a:spcAft>
              <a:defRPr sz="2000"/>
            </a:pPr>
            <a:r>
              <a:t>• Search, re-analyze, delete and export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Manual document reading and analysis</a:t>
            </a:r>
          </a:p>
          <a:p>
            <a:pPr>
              <a:spcAft>
                <a:spcPts val="800"/>
              </a:spcAft>
              <a:defRPr sz="2000"/>
            </a:pPr>
            <a:r>
              <a:t>• Separate applications for different file formats</a:t>
            </a:r>
          </a:p>
          <a:p>
            <a:pPr>
              <a:spcAft>
                <a:spcPts val="800"/>
              </a:spcAft>
              <a:defRPr sz="2000"/>
            </a:pPr>
            <a:r>
              <a:t>• Separate OCR tools for image documents</a:t>
            </a:r>
          </a:p>
          <a:p>
            <a:pPr>
              <a:spcAft>
                <a:spcPts val="800"/>
              </a:spcAft>
              <a:defRPr sz="2000"/>
            </a:pPr>
            <a:r>
              <a:t>• Manual keyword and information identification</a:t>
            </a:r>
          </a:p>
          <a:p>
            <a:pPr>
              <a:spcAft>
                <a:spcPts val="800"/>
              </a:spcAft>
              <a:defRPr sz="2000"/>
            </a:pPr>
            <a:r>
              <a:t>• Manual preparation of summaries</a:t>
            </a:r>
          </a:p>
          <a:p>
            <a:pPr>
              <a:spcAft>
                <a:spcPts val="800"/>
              </a:spcAft>
              <a:defRPr sz="2000"/>
            </a:pPr>
            <a:r>
              <a:t>• Separate handling of analysis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Single web-based document analysis platform</a:t>
            </a:r>
          </a:p>
          <a:p>
            <a:pPr>
              <a:spcAft>
                <a:spcPts val="800"/>
              </a:spcAft>
              <a:defRPr sz="2000"/>
            </a:pPr>
            <a:r>
              <a:t>• User authentication and protected routes</a:t>
            </a:r>
          </a:p>
          <a:p>
            <a:pPr>
              <a:spcAft>
                <a:spcPts val="800"/>
              </a:spcAft>
              <a:defRPr sz="2000"/>
            </a:pPr>
            <a:r>
              <a:t>• Automatic file-type detection</a:t>
            </a:r>
          </a:p>
          <a:p>
            <a:pPr>
              <a:spcAft>
                <a:spcPts val="800"/>
              </a:spcAft>
              <a:defRPr sz="2000"/>
            </a:pPr>
            <a:r>
              <a:t>• PDF extraction using PyMuPDF</a:t>
            </a:r>
          </a:p>
          <a:p>
            <a:pPr>
              <a:spcAft>
                <a:spcPts val="800"/>
              </a:spcAft>
              <a:defRPr sz="2000"/>
            </a:pPr>
            <a:r>
              <a:t>• DOCX extraction using python-docx</a:t>
            </a:r>
          </a:p>
          <a:p>
            <a:pPr>
              <a:spcAft>
                <a:spcPts val="800"/>
              </a:spcAft>
              <a:defRPr sz="2000"/>
            </a:pPr>
            <a:r>
              <a:t>• TXT processing using Python</a:t>
            </a:r>
          </a:p>
          <a:p>
            <a:pPr>
              <a:spcAft>
                <a:spcPts val="800"/>
              </a:spcAft>
              <a:defRPr sz="2000"/>
            </a:pPr>
            <a:r>
              <a:t>• Image OCR using Tesseract, pytesseract and Pillow</a:t>
            </a:r>
          </a:p>
          <a:p>
            <a:pPr>
              <a:spcAft>
                <a:spcPts val="800"/>
              </a:spcAft>
              <a:defRPr sz="2000"/>
            </a:pPr>
            <a:r>
              <a:t>• Keyword, information and summary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USER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Web Interface (HTML / CSS / Jinja2)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Flask Backend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Authentication + Document Management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File Validation → Document Processing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PDF / DOCX / TXT Extraction + Image OCR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Extracted Text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Keywords + Information + Summary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Analysis Results</a:t>
            </a:r>
          </a:p>
          <a:p>
            <a:pPr>
              <a:spcAft>
                <a:spcPts val="800"/>
              </a:spcAft>
              <a:defRPr sz="2000"/>
            </a:pPr>
            <a:r>
              <a:t>  ↓</a:t>
            </a:r>
          </a:p>
          <a:p>
            <a:pPr>
              <a:spcAft>
                <a:spcPts val="800"/>
              </a:spcAft>
              <a:defRPr sz="2000"/>
            </a:pPr>
            <a:r>
              <a:t>SQLite Database + TXT/PDF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Python</a:t>
            </a:r>
          </a:p>
          <a:p>
            <a:pPr>
              <a:spcAft>
                <a:spcPts val="800"/>
              </a:spcAft>
              <a:defRPr sz="2000"/>
            </a:pPr>
            <a:r>
              <a:t>• Flask</a:t>
            </a:r>
          </a:p>
          <a:p>
            <a:pPr>
              <a:spcAft>
                <a:spcPts val="800"/>
              </a:spcAft>
              <a:defRPr sz="2000"/>
            </a:pPr>
            <a:r>
              <a:t>• SQLite</a:t>
            </a:r>
          </a:p>
          <a:p>
            <a:pPr>
              <a:spcAft>
                <a:spcPts val="800"/>
              </a:spcAft>
              <a:defRPr sz="2000"/>
            </a:pPr>
            <a:r>
              <a:t>• SQLAlchemy</a:t>
            </a:r>
          </a:p>
          <a:p>
            <a:pPr>
              <a:spcAft>
                <a:spcPts val="800"/>
              </a:spcAft>
              <a:defRPr sz="2000"/>
            </a:pPr>
            <a:r>
              <a:t>• Flask-Login</a:t>
            </a:r>
          </a:p>
          <a:p>
            <a:pPr>
              <a:spcAft>
                <a:spcPts val="800"/>
              </a:spcAft>
              <a:defRPr sz="2000"/>
            </a:pPr>
            <a:r>
              <a:t>• PyMuPDF</a:t>
            </a:r>
          </a:p>
          <a:p>
            <a:pPr>
              <a:spcAft>
                <a:spcPts val="800"/>
              </a:spcAft>
              <a:defRPr sz="2000"/>
            </a:pPr>
            <a:r>
              <a:t>• python-docx</a:t>
            </a:r>
          </a:p>
          <a:p>
            <a:pPr>
              <a:spcAft>
                <a:spcPts val="800"/>
              </a:spcAft>
              <a:defRPr sz="2000"/>
            </a:pPr>
            <a:r>
              <a:t>• Tesseract OCR</a:t>
            </a:r>
          </a:p>
          <a:p>
            <a:pPr>
              <a:spcAft>
                <a:spcPts val="800"/>
              </a:spcAft>
              <a:defRPr sz="2000"/>
            </a:pPr>
            <a:r>
              <a:t>• pytesseract</a:t>
            </a:r>
          </a:p>
          <a:p>
            <a:pPr>
              <a:spcAft>
                <a:spcPts val="800"/>
              </a:spcAft>
              <a:defRPr sz="2000"/>
            </a:pPr>
            <a:r>
              <a:t>• Pillow</a:t>
            </a:r>
          </a:p>
          <a:p>
            <a:pPr>
              <a:spcAft>
                <a:spcPts val="800"/>
              </a:spcAft>
              <a:defRPr sz="2000"/>
            </a:pPr>
            <a:r>
              <a:t>• ReportLab</a:t>
            </a:r>
          </a:p>
          <a:p>
            <a:pPr>
              <a:spcAft>
                <a:spcPts val="800"/>
              </a:spcAft>
              <a:defRPr sz="2000"/>
            </a:pPr>
            <a:r>
              <a:t>• pytest</a:t>
            </a:r>
          </a:p>
          <a:p>
            <a:pPr>
              <a:spcAft>
                <a:spcPts val="800"/>
              </a:spcAft>
              <a:defRPr sz="2000"/>
            </a:pPr>
            <a:r>
              <a:t>• HTML, CSS and Jinja2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Authentication Module</a:t>
            </a:r>
          </a:p>
          <a:p>
            <a:pPr>
              <a:spcAft>
                <a:spcPts val="800"/>
              </a:spcAft>
              <a:defRPr sz="2000"/>
            </a:pPr>
            <a:r>
              <a:t>• Dashboard Module</a:t>
            </a:r>
          </a:p>
          <a:p>
            <a:pPr>
              <a:spcAft>
                <a:spcPts val="800"/>
              </a:spcAft>
              <a:defRPr sz="2000"/>
            </a:pPr>
            <a:r>
              <a:t>• Document Management Module</a:t>
            </a:r>
          </a:p>
          <a:p>
            <a:pPr>
              <a:spcAft>
                <a:spcPts val="800"/>
              </a:spcAft>
              <a:defRPr sz="2000"/>
            </a:pPr>
            <a:r>
              <a:t>• Profile Module</a:t>
            </a:r>
          </a:p>
          <a:p>
            <a:pPr>
              <a:spcAft>
                <a:spcPts val="800"/>
              </a:spcAft>
              <a:defRPr sz="2000"/>
            </a:pPr>
            <a:r>
              <a:t>• Text Extraction Module</a:t>
            </a:r>
          </a:p>
          <a:p>
            <a:pPr>
              <a:spcAft>
                <a:spcPts val="800"/>
              </a:spcAft>
              <a:defRPr sz="2000"/>
            </a:pPr>
            <a:r>
              <a:t>• OCR Module</a:t>
            </a:r>
          </a:p>
          <a:p>
            <a:pPr>
              <a:spcAft>
                <a:spcPts val="800"/>
              </a:spcAft>
              <a:defRPr sz="2000"/>
            </a:pPr>
            <a:r>
              <a:t>• Keyword Extraction Module</a:t>
            </a:r>
          </a:p>
          <a:p>
            <a:pPr>
              <a:spcAft>
                <a:spcPts val="800"/>
              </a:spcAft>
              <a:defRPr sz="2000"/>
            </a:pPr>
            <a:r>
              <a:t>• Information Extraction Module</a:t>
            </a:r>
          </a:p>
          <a:p>
            <a:pPr>
              <a:spcAft>
                <a:spcPts val="800"/>
              </a:spcAft>
              <a:defRPr sz="2000"/>
            </a:pPr>
            <a:r>
              <a:t>• Summarization Module</a:t>
            </a:r>
          </a:p>
          <a:p>
            <a:pPr>
              <a:spcAft>
                <a:spcPts val="800"/>
              </a:spcAft>
              <a:defRPr sz="2000"/>
            </a:pPr>
            <a:r>
              <a:t>• Analysis Export Functionality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DOCUMENT PROCESSING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User logs in</a:t>
            </a:r>
          </a:p>
          <a:p>
            <a:pPr>
              <a:spcAft>
                <a:spcPts val="800"/>
              </a:spcAft>
              <a:defRPr sz="2000"/>
            </a:pPr>
            <a:r>
              <a:t>2. Selects a supported document</a:t>
            </a:r>
          </a:p>
          <a:p>
            <a:pPr>
              <a:spcAft>
                <a:spcPts val="800"/>
              </a:spcAft>
              <a:defRPr sz="2000"/>
            </a:pPr>
            <a:r>
              <a:t>3. File extension is validated</a:t>
            </a:r>
          </a:p>
          <a:p>
            <a:pPr>
              <a:spcAft>
                <a:spcPts val="800"/>
              </a:spcAft>
              <a:defRPr sz="2000"/>
            </a:pPr>
            <a:r>
              <a:t>4. File is stored and document record is created</a:t>
            </a:r>
          </a:p>
          <a:p>
            <a:pPr>
              <a:spcAft>
                <a:spcPts val="800"/>
              </a:spcAft>
              <a:defRPr sz="2000"/>
            </a:pPr>
            <a:r>
              <a:t>5. Appropriate text extraction / OCR is performed</a:t>
            </a:r>
          </a:p>
          <a:p>
            <a:pPr>
              <a:spcAft>
                <a:spcPts val="800"/>
              </a:spcAft>
              <a:defRPr sz="2000"/>
            </a:pPr>
            <a:r>
              <a:t>6. Extracted text is analyzed</a:t>
            </a:r>
          </a:p>
          <a:p>
            <a:pPr>
              <a:spcAft>
                <a:spcPts val="800"/>
              </a:spcAft>
              <a:defRPr sz="2000"/>
            </a:pPr>
            <a:r>
              <a:t>7. Keywords, information and summary are displayed</a:t>
            </a:r>
          </a:p>
          <a:p>
            <a:pPr>
              <a:spcAft>
                <a:spcPts val="800"/>
              </a:spcAft>
              <a:defRPr sz="2000"/>
            </a:pPr>
            <a:r>
              <a:t>8. User can search, re-analyze, delete or export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USERS TABLE</a:t>
            </a:r>
          </a:p>
          <a:p>
            <a:pPr>
              <a:spcAft>
                <a:spcPts val="800"/>
              </a:spcAft>
              <a:defRPr sz="2000"/>
            </a:pPr>
            <a:r>
              <a:t>• id</a:t>
            </a:r>
          </a:p>
          <a:p>
            <a:pPr>
              <a:spcAft>
                <a:spcPts val="800"/>
              </a:spcAft>
              <a:defRPr sz="2000"/>
            </a:pPr>
            <a:r>
              <a:t>• username</a:t>
            </a:r>
          </a:p>
          <a:p>
            <a:pPr>
              <a:spcAft>
                <a:spcPts val="800"/>
              </a:spcAft>
              <a:defRPr sz="2000"/>
            </a:pPr>
            <a:r>
              <a:t>• email</a:t>
            </a:r>
          </a:p>
          <a:p>
            <a:pPr>
              <a:spcAft>
                <a:spcPts val="800"/>
              </a:spcAft>
              <a:defRPr sz="2000"/>
            </a:pPr>
            <a:r>
              <a:t>• password_hash</a:t>
            </a:r>
          </a:p>
          <a:p>
            <a:pPr>
              <a:spcAft>
                <a:spcPts val="800"/>
              </a:spcAft>
              <a:defRPr sz="2000"/>
            </a:pPr>
            <a:r>
              <a:t>• created_at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DOCUMENTS TABLE</a:t>
            </a:r>
          </a:p>
          <a:p>
            <a:pPr>
              <a:spcAft>
                <a:spcPts val="800"/>
              </a:spcAft>
              <a:defRPr sz="2000"/>
            </a:pPr>
            <a:r>
              <a:t>• id</a:t>
            </a:r>
          </a:p>
          <a:p>
            <a:pPr>
              <a:spcAft>
                <a:spcPts val="800"/>
              </a:spcAft>
              <a:defRPr sz="2000"/>
            </a:pPr>
            <a:r>
              <a:t>• filename</a:t>
            </a:r>
          </a:p>
          <a:p>
            <a:pPr>
              <a:spcAft>
                <a:spcPts val="800"/>
              </a:spcAft>
              <a:defRPr sz="2000"/>
            </a:pPr>
            <a:r>
              <a:t>• filepath</a:t>
            </a:r>
          </a:p>
          <a:p>
            <a:pPr>
              <a:spcAft>
                <a:spcPts val="800"/>
              </a:spcAft>
              <a:defRPr sz="2000"/>
            </a:pPr>
            <a:r>
              <a:t>• extracted_text</a:t>
            </a:r>
          </a:p>
          <a:p>
            <a:pPr>
              <a:spcAft>
                <a:spcPts val="800"/>
              </a:spcAft>
              <a:defRPr sz="2000"/>
            </a:pPr>
            <a:r>
              <a:t>• uploaded_at</a:t>
            </a:r>
          </a:p>
          <a:p>
            <a:pPr>
              <a:spcAft>
                <a:spcPts val="800"/>
              </a:spcAft>
              <a:defRPr sz="2000"/>
            </a:pPr>
            <a:r>
              <a:t>• user_id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Relationship: One User → Many Documents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Registration and login</a:t>
            </a:r>
          </a:p>
          <a:p>
            <a:pPr>
              <a:spcAft>
                <a:spcPts val="800"/>
              </a:spcAft>
              <a:defRPr sz="2000"/>
            </a:pPr>
            <a:r>
              <a:t>• Email validation and password confirmation</a:t>
            </a:r>
          </a:p>
          <a:p>
            <a:pPr>
              <a:spcAft>
                <a:spcPts val="800"/>
              </a:spcAft>
              <a:defRPr sz="2000"/>
            </a:pPr>
            <a:r>
              <a:t>• Password hashing</a:t>
            </a:r>
          </a:p>
          <a:p>
            <a:pPr>
              <a:spcAft>
                <a:spcPts val="800"/>
              </a:spcAft>
              <a:defRPr sz="2000"/>
            </a:pPr>
            <a:r>
              <a:t>• Protected user-specific documents</a:t>
            </a:r>
          </a:p>
          <a:p>
            <a:pPr>
              <a:spcAft>
                <a:spcPts val="800"/>
              </a:spcAft>
              <a:defRPr sz="2000"/>
            </a:pPr>
            <a:r>
              <a:t>• Multi-format upload</a:t>
            </a:r>
          </a:p>
          <a:p>
            <a:pPr>
              <a:spcAft>
                <a:spcPts val="800"/>
              </a:spcAft>
              <a:defRPr sz="2000"/>
            </a:pPr>
            <a:r>
              <a:t>• Text extraction and OCR</a:t>
            </a:r>
          </a:p>
          <a:p>
            <a:pPr>
              <a:spcAft>
                <a:spcPts val="800"/>
              </a:spcAft>
              <a:defRPr sz="2000"/>
            </a:pPr>
            <a:r>
              <a:t>• Keyword and information extraction</a:t>
            </a:r>
          </a:p>
          <a:p>
            <a:pPr>
              <a:spcAft>
                <a:spcPts val="800"/>
              </a:spcAft>
              <a:defRPr sz="2000"/>
            </a:pPr>
            <a:r>
              <a:t>• Summarization</a:t>
            </a:r>
          </a:p>
          <a:p>
            <a:pPr>
              <a:spcAft>
                <a:spcPts val="800"/>
              </a:spcAft>
              <a:defRPr sz="2000"/>
            </a:pPr>
            <a:r>
              <a:t>• Search and filtering</a:t>
            </a:r>
          </a:p>
          <a:p>
            <a:pPr>
              <a:spcAft>
                <a:spcPts val="800"/>
              </a:spcAft>
              <a:defRPr sz="2000"/>
            </a:pPr>
            <a:r>
              <a:t>• Re-analysis and deletion</a:t>
            </a:r>
          </a:p>
          <a:p>
            <a:pPr>
              <a:spcAft>
                <a:spcPts val="800"/>
              </a:spcAft>
              <a:defRPr sz="2000"/>
            </a:pPr>
            <a:r>
              <a:t>• TXT and PDF export</a:t>
            </a:r>
          </a:p>
          <a:p>
            <a:pPr>
              <a:spcAft>
                <a:spcPts val="800"/>
              </a:spcAft>
              <a:defRPr sz="2000"/>
            </a:pPr>
            <a:r>
              <a:t>• User profile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TESTING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Automated Testing</a:t>
            </a:r>
          </a:p>
          <a:p>
            <a:pPr>
              <a:spcAft>
                <a:spcPts val="800"/>
              </a:spcAft>
              <a:defRPr sz="2000"/>
            </a:pPr>
            <a:r>
              <a:t>• pytest used for selected functionality</a:t>
            </a:r>
          </a:p>
          <a:p>
            <a:pPr>
              <a:spcAft>
                <a:spcPts val="800"/>
              </a:spcAft>
              <a:defRPr sz="2000"/>
            </a:pPr>
            <a:r>
              <a:t>• TXT extraction test</a:t>
            </a:r>
          </a:p>
          <a:p>
            <a:pPr>
              <a:spcAft>
                <a:spcPts val="800"/>
              </a:spcAft>
              <a:defRPr sz="2000"/>
            </a:pPr>
            <a:r>
              <a:t>• Login page test</a:t>
            </a:r>
          </a:p>
          <a:p>
            <a:pPr>
              <a:spcAft>
                <a:spcPts val="800"/>
              </a:spcAft>
              <a:defRPr sz="2000"/>
            </a:pPr>
            <a:r>
              <a:t>• Registration page test</a:t>
            </a:r>
          </a:p>
          <a:p>
            <a:pPr>
              <a:spcAft>
                <a:spcPts val="800"/>
              </a:spcAft>
              <a:defRPr sz="2000"/>
            </a:pPr>
            <a:r>
              <a:t>• Result: 3/3 tests passed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Manual Testing</a:t>
            </a:r>
          </a:p>
          <a:p>
            <a:pPr>
              <a:spcAft>
                <a:spcPts val="800"/>
              </a:spcAft>
              <a:defRPr sz="2000"/>
            </a:pPr>
            <a:r>
              <a:t>• Authentication — Pass</a:t>
            </a:r>
          </a:p>
          <a:p>
            <a:pPr>
              <a:spcAft>
                <a:spcPts val="800"/>
              </a:spcAft>
              <a:defRPr sz="2000"/>
            </a:pPr>
            <a:r>
              <a:t>• PDF / DOCX / TXT — Pass</a:t>
            </a:r>
          </a:p>
          <a:p>
            <a:pPr>
              <a:spcAft>
                <a:spcPts val="800"/>
              </a:spcAft>
              <a:defRPr sz="2000"/>
            </a:pPr>
            <a:r>
              <a:t>• JPG / PNG OCR — Pass</a:t>
            </a:r>
          </a:p>
          <a:p>
            <a:pPr>
              <a:spcAft>
                <a:spcPts val="800"/>
              </a:spcAft>
              <a:defRPr sz="2000"/>
            </a:pPr>
            <a:r>
              <a:t>• Analysis features — Pass</a:t>
            </a:r>
          </a:p>
          <a:p>
            <a:pPr>
              <a:spcAft>
                <a:spcPts val="800"/>
              </a:spcAft>
              <a:defRPr sz="2000"/>
            </a:pPr>
            <a:r>
              <a:t>• Search, re-analysis and deletion — Pass</a:t>
            </a:r>
          </a:p>
          <a:p>
            <a:pPr>
              <a:spcAft>
                <a:spcPts val="800"/>
              </a:spcAft>
              <a:defRPr sz="2000"/>
            </a:pPr>
            <a:r>
              <a:t>• TXT / PDF export —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OCR accuracy depends on image quality and document layout</a:t>
            </a:r>
          </a:p>
          <a:p>
            <a:pPr>
              <a:spcAft>
                <a:spcPts val="800"/>
              </a:spcAft>
              <a:defRPr sz="2000"/>
            </a:pPr>
            <a:r>
              <a:t>• Current OCR focuses on JPG, JPEG and PNG image files</a:t>
            </a:r>
          </a:p>
          <a:p>
            <a:pPr>
              <a:spcAft>
                <a:spcPts val="800"/>
              </a:spcAft>
              <a:defRPr sz="2000"/>
            </a:pPr>
            <a:r>
              <a:t>• Summarization uses implemented text-processing logic rather than an LLM</a:t>
            </a:r>
          </a:p>
          <a:p>
            <a:pPr>
              <a:spcAft>
                <a:spcPts val="800"/>
              </a:spcAft>
              <a:defRPr sz="2000"/>
            </a:pPr>
            <a:r>
              <a:t>• SQLite and local file storage are mainly suitable for local/small-scale usage</a:t>
            </a:r>
          </a:p>
          <a:p>
            <a:pPr>
              <a:spcAft>
                <a:spcPts val="800"/>
              </a:spcAft>
              <a:defRPr sz="2000"/>
            </a:pPr>
            <a:r>
              <a:t>• Tesseract OCR requires a local installation</a:t>
            </a:r>
          </a:p>
          <a:p>
            <a:pPr>
              <a:spcAft>
                <a:spcPts val="800"/>
              </a:spcAft>
              <a:defRPr sz="2000"/>
            </a:pPr>
            <a:r>
              <a:t>• Automated tests cover selected functionality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Scanned-PDF OCR support</a:t>
            </a:r>
          </a:p>
          <a:p>
            <a:pPr>
              <a:spcAft>
                <a:spcPts val="800"/>
              </a:spcAft>
              <a:defRPr sz="2000"/>
            </a:pPr>
            <a:r>
              <a:t>• Improved OCR preprocessing</a:t>
            </a:r>
          </a:p>
          <a:p>
            <a:pPr>
              <a:spcAft>
                <a:spcPts val="800"/>
              </a:spcAft>
              <a:defRPr sz="2000"/>
            </a:pPr>
            <a:r>
              <a:t>• Multilingual OCR</a:t>
            </a:r>
          </a:p>
          <a:p>
            <a:pPr>
              <a:spcAft>
                <a:spcPts val="800"/>
              </a:spcAft>
              <a:defRPr sz="2000"/>
            </a:pPr>
            <a:r>
              <a:t>• Advanced NLP or local language-model summarization</a:t>
            </a:r>
          </a:p>
          <a:p>
            <a:pPr>
              <a:spcAft>
                <a:spcPts val="800"/>
              </a:spcAft>
              <a:defRPr sz="2000"/>
            </a:pPr>
            <a:r>
              <a:t>• Document classification</a:t>
            </a:r>
          </a:p>
          <a:p>
            <a:pPr>
              <a:spcAft>
                <a:spcPts val="800"/>
              </a:spcAft>
              <a:defRPr sz="2000"/>
            </a:pPr>
            <a:r>
              <a:t>• Semantic document search</a:t>
            </a:r>
          </a:p>
          <a:p>
            <a:pPr>
              <a:spcAft>
                <a:spcPts val="800"/>
              </a:spcAft>
              <a:defRPr sz="2000"/>
            </a:pPr>
            <a:r>
              <a:t>• Duplicate document detection</a:t>
            </a:r>
          </a:p>
          <a:p>
            <a:pPr>
              <a:spcAft>
                <a:spcPts val="800"/>
              </a:spcAft>
              <a:defRPr sz="2000"/>
            </a:pPr>
            <a:r>
              <a:t>• Pagination for large document collections</a:t>
            </a:r>
          </a:p>
          <a:p>
            <a:pPr>
              <a:spcAft>
                <a:spcPts val="800"/>
              </a:spcAft>
              <a:defRPr sz="2000"/>
            </a:pPr>
            <a:r>
              <a:t>• More comprehensive automated tests</a:t>
            </a:r>
          </a:p>
          <a:p>
            <a:pPr>
              <a:spcAft>
                <a:spcPts val="800"/>
              </a:spcAft>
              <a:defRPr sz="2000"/>
            </a:pPr>
            <a:r>
              <a:t>• Production database and cloud storage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AI Document Analyzer provides an integrated workflow for document upload, text extraction, OCR, analysis, management and export.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project combines Python, Flask, SQLite, SQLAlchemy, PyMuPDF, python-docx, Tesseract OCR, Pillow and ReportLab.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Testing confirmed successful operation of the tested application features, with 3/3 automated tests passing.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PROJECT: AI Document Analyzer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Status: Completed and tested</a:t>
            </a:r>
          </a:p>
          <a:p>
            <a:pPr>
              <a:spcAft>
                <a:spcPts val="800"/>
              </a:spcAft>
              <a:defRPr sz="2000"/>
            </a:pPr>
            <a:r>
              <a:t>Backend: Flask</a:t>
            </a:r>
          </a:p>
          <a:p>
            <a:pPr>
              <a:spcAft>
                <a:spcPts val="800"/>
              </a:spcAft>
              <a:defRPr sz="2000"/>
            </a:pPr>
            <a:r>
              <a:t>Database: SQLite</a:t>
            </a:r>
          </a:p>
          <a:p>
            <a:pPr>
              <a:spcAft>
                <a:spcPts val="800"/>
              </a:spcAft>
              <a:defRPr sz="2000"/>
            </a:pPr>
            <a:r>
              <a:t>OCR: Tesseract OCR</a:t>
            </a:r>
          </a:p>
          <a:p>
            <a:pPr>
              <a:spcAft>
                <a:spcPts val="800"/>
              </a:spcAft>
              <a:defRPr sz="2000"/>
            </a:pPr>
            <a:r>
              <a:t>Input: PDF, DOCX, TXT, JPG, JPEG, PNG</a:t>
            </a:r>
          </a:p>
          <a:p>
            <a:pPr>
              <a:spcAft>
                <a:spcPts val="800"/>
              </a:spcAft>
              <a:defRPr sz="2000"/>
            </a:pPr>
            <a:r>
              <a:t>Export: TXT, PDF</a:t>
            </a:r>
          </a:p>
          <a:p>
            <a:pPr>
              <a:spcAft>
                <a:spcPts val="800"/>
              </a:spcAft>
              <a:defRPr sz="2000"/>
            </a:pPr>
            <a:r>
              <a:t>Automated Tests: 3/3 passed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AI DOCUMENT ANALYZER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Presented by Gokulakkannan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